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TRADER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decisión a la orden en menos de 3 segundos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para la academia de trading  ·  Miami, USA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6035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traders de la academia envían sus órdenes al broker a través de una app móvil.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que se decide entrar hasta que la orden llega al mercado pasan no menos de 20 segundos.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ese tiempo el precio se mueve — a veces ya alcanzó la salida planificada antes de completar la entrada.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se entra tarde, a un precio peor del que se vio al decidir.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23760" y="201168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2148840"/>
            <a:ext cx="4206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20s+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06640" y="3383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móvil: decisión → orden en mercado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429768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4434840"/>
            <a:ext cx="4206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Slippage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06640" y="5669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real de entrada ≠ precio visto al decidir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6035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escritorio Windows dedicada a un solo propósito: ejecutar la orden lo más rápido posible.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datos que en el móvil hay que teclear a mano ya están predeterminados en la app.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envío de la orden hasta la confirmación HTTP y la actualización del precio de salida: todo en un solo flujo.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central: ahorro de tiempo y entrar al precio más cercano posible al momento de la decisión.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23760" y="201168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2148840"/>
            <a:ext cx="4206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06640" y="3383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Windows App: orden → confirmación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429768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4434840"/>
            <a:ext cx="4206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06640" y="5669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visual de la posición en tiempo real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plataforma</a:t>
            </a:r>
            <a:endParaRPr lang="en-US" sz="3200" dirty="0"/>
          </a:p>
        </p:txBody>
      </p:sp>
      <p:pic>
        <p:nvPicPr>
          <p:cNvPr id="3" name="Image 0" descr="C:/Users/aldor/source/repos/options-trader-backend/docs/images/architecture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17320"/>
            <a:ext cx="667512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80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WinForms habla directo con Schwab para datos de mercado y órdenes; la API solo persiste trades y screenshots.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80960" y="146304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escritorio (WinForms) — el corazón operativo.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ASP.NET Core — login y persistencia (SQL Server + S3).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Angular — historial de solo lectura para el trader.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corriendo en AWS (EC2).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seguro y personalizado</a:t>
            </a:r>
            <a:endParaRPr lang="en-US" sz="3200" dirty="0"/>
          </a:p>
        </p:txBody>
      </p:sp>
      <p:pic>
        <p:nvPicPr>
          <p:cNvPr id="3" name="Image 0" descr="C:/Users/aldor/source/repos/options-trader-backend/docs/images/login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17320"/>
            <a:ext cx="667512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80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trader entra con su propio usuario.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80960" y="146304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usuarios fijos, cada uno con nombre real.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trade queda asociado a quien lo abrió — nadie ve los trades de otro.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recuerda tu username (nunca tu contraseña) para la próxima vez.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validado contra la base de datos, JWT de 12 horas.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una sola vez</a:t>
            </a:r>
            <a:endParaRPr lang="en-US" sz="3200" dirty="0"/>
          </a:p>
        </p:txBody>
      </p:sp>
      <p:pic>
        <p:nvPicPr>
          <p:cNvPr id="3" name="Image 0" descr="C:/Users/aldor/source/repos/options-trader-backend/docs/images/settings-ta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17320"/>
            <a:ext cx="667512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80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configuración queda guardada localmente entre sesiones.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80960" y="146304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Schwab y cuentas del broker.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Tickers a seguir, con rango de precio y expiración.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posición y objetivo de ganancia (%).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de pantalla para las capturas automáticas.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Cotizaciones de opciones en tiempo real</a:t>
            </a:r>
            <a:endParaRPr lang="en-US" sz="3200" dirty="0"/>
          </a:p>
        </p:txBody>
      </p:sp>
      <p:pic>
        <p:nvPicPr>
          <p:cNvPr id="3" name="Image 0" descr="C:/Users/aldor/source/repos/options-trader-backend/docs/images/quotes-grid-l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17320"/>
            <a:ext cx="667512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80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de OptionsChain con el polling activo sobre SPY.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80960" y="146304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cada 6 segundos a la API de Schwab.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grid: expiración actual y siguiente.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rango de precio, cantidad de strikes o solo Call/solo Put.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automática: strikes sin comprador (Bid = 0) quedan deshabilitados.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click para operar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2148840" y="1965960"/>
            <a:ext cx="640080" cy="640080"/>
          </a:xfrm>
          <a:prstGeom prst="ellipse">
            <a:avLst/>
          </a:prstGeom>
          <a:solidFill>
            <a:srgbClr val="5A647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3832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 — practicar sin enviar nada al broker.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64592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8" name="Shape 6"/>
          <p:cNvSpPr/>
          <p:nvPr/>
        </p:nvSpPr>
        <p:spPr>
          <a:xfrm>
            <a:off x="585216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33832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compra a mercado; el trader cierra manualmente.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9555480" y="1965960"/>
            <a:ext cx="640080" cy="6400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Trade-Target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33832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 salida — compra y deja puesta la venta al objetivo.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en el Strike de la fila deseada — todo se registra en el grid Trades y en el Logger.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Confirmación antes de enviar una orden real</a:t>
            </a:r>
            <a:endParaRPr lang="en-US" sz="3200" dirty="0"/>
          </a:p>
        </p:txBody>
      </p:sp>
      <p:pic>
        <p:nvPicPr>
          <p:cNvPr id="3" name="Image 0" descr="C:/Users/aldor/source/repos/options-trader-backend/docs/images/order-confirm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17320"/>
            <a:ext cx="667512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80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"Confirm REAL Order" — cuenta, símbolo, strike, expiración, cantidad y símbolo OCC.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80960" y="146304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orden real requiere una confirmación explícita — nada se envía sin un "Sí".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bloquea si no hay cuenta seleccionada, si el Bid es 0 o la cantidad es inválida.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cuenta se muestra enmascarado (solo últimos 4 dígitos).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orden queda registrada en el Logger con su order id.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en vivo de la operación</a:t>
            </a:r>
            <a:endParaRPr lang="en-US" sz="3200" dirty="0"/>
          </a:p>
        </p:txBody>
      </p:sp>
      <p:pic>
        <p:nvPicPr>
          <p:cNvPr id="3" name="Image 0" descr="C:/Users/aldor/source/repos/options-trader-backend/docs/images/trades-l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17320"/>
            <a:ext cx="667512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80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CALL abierta sobre SPY: PnL, precio objetivo y barra de estado con el usuario.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80960" y="146304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y PnL% se recalculan en cada ciclo, coloreados verde/rojo.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entrada se sincroniza con el fill real reportado por el broker.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Trade-Target se cierra solo al llegar al objetivo, tanto en el broker como en el log.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(sin target) se cierra manualmente con el botón Close.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visual de cada operación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automática de pantalla al abrir y al cerrar cada trade.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se suben a AWS S3, organizadas por fecha.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3 capturas por operación, asociadas al trade en la base de datos.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auditar después cómo se veía el gráfico en el momento exacto de cada decisión.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219456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23317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80960" y="3383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en la nube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0" y="429768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4348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máx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680960" y="5486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por operación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para estudiar y mejorar la estrategia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de cotizaciones (Calls y Puts) con Bid, Ask, griegos e IV — listo para backtesting.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diario de la volatilidad implícita de apertura (ventana 9:30–9:35 AM).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calcular IV Rank / IV Percentile propios, sin depender de fuentes externas.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trades y estadísticas disponible en el frontend Angular.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integración completa con Charles Schwab.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otros brokers (Interactive Brokers, ETrade).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el frontend con más estadísticas y visualizaciones.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la plataforma a necesidades específicas de la academia.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Trader — plataforma de trading de opciones intradía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piloto con la academia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2026-07-17T12:42:52Z</dcterms:created>
  <dcterms:modified xsi:type="dcterms:W3CDTF">2026-07-17T12:42:52Z</dcterms:modified>
</cp:coreProperties>
</file>